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82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320040"/>
            <a:ext cx="2194560" cy="21945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245745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APEEJAY STYA UNIVERSITY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3017520"/>
            <a:ext cx="2743200" cy="502920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0815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0632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&amp; Its Applications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2nd Year  |  4th Semester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2860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475488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46720" y="475488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51560" y="475488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0" y="4754880"/>
            <a:ext cx="73152" cy="7315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32588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223760" y="4754880"/>
            <a:ext cx="73152" cy="7315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 flipV="1">
            <a:off x="822960" y="667513"/>
            <a:ext cx="2468880" cy="45719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914400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92608" y="1051560"/>
            <a:ext cx="384048" cy="384048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978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Kumar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Hardware / Coding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700784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37944"/>
            <a:ext cx="384048" cy="384048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1764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Vishwash Anand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20482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Programming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" y="2487168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92608" y="2624328"/>
            <a:ext cx="384048" cy="384048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7240" y="2551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82880" y="3273552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" y="3410712"/>
            <a:ext cx="384048" cy="384048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724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77240" y="3621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82880" y="4059936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92608" y="4197096"/>
            <a:ext cx="384048" cy="384048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7240" y="4123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Naitik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77240" y="4407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54880" y="914400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64608" y="1051560"/>
            <a:ext cx="384048" cy="384048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6460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49240" y="978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34924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1700784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64608" y="1837944"/>
            <a:ext cx="384048" cy="384048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64608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349240" y="1764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349240" y="20482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54880" y="2487168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864608" y="2624328"/>
            <a:ext cx="384048" cy="384048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6460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349240" y="25511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Ochen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34924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54880" y="3273552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864608" y="3410712"/>
            <a:ext cx="384048" cy="384048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64608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34924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Caleb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349240" y="3621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754880" y="4059936"/>
            <a:ext cx="4297680" cy="658368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864608" y="4197096"/>
            <a:ext cx="384048" cy="384048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6460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5349240" y="4123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Kumar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349240" y="4407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E676">
              <a:alpha val="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0BCD4">
              <a:alpha val="7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"/>
            <a:ext cx="2011680" cy="20116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731520"/>
            <a:ext cx="18288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Head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Cutter Weed Trimmer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1188720" y="36576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88720" y="3657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66160" y="36576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3657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Shield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0" y="36576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0" y="3657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Motor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188720" y="41148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88720" y="4114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566160" y="41148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66160" y="4114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Based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43600" y="411480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0" y="4114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Navigation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77240" y="667512"/>
            <a:ext cx="27432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868680"/>
            <a:ext cx="4114800" cy="40233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868680"/>
            <a:ext cx="4114800" cy="411480"/>
          </a:xfrm>
          <a:prstGeom prst="rect">
            <a:avLst/>
          </a:prstGeom>
          <a:solidFill>
            <a:srgbClr val="00E676">
              <a:alpha val="9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886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WHAT IS THIS ROBOT?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417320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3716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IoT-based robot designed to cut grass and weeds automatically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1892808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84708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Arduino UNO microcontroller platform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2368296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232257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ultrasonic sensors to detect obstacles and change direction automatically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843784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79806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BLDC (Brushless DC) motor for high-speed blade rotation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319272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32735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4-wheel drive using Johnson DC Geared Motors (200 RPM)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794760"/>
            <a:ext cx="164592" cy="1645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749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head allows adjustable cutting height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868680"/>
            <a:ext cx="4297680" cy="40233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868680"/>
            <a:ext cx="4297680" cy="411480"/>
          </a:xfrm>
          <a:prstGeom prst="rect">
            <a:avLst/>
          </a:prstGeom>
          <a:solidFill>
            <a:srgbClr val="00BCD4">
              <a:alpha val="9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886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0600" y="1371600"/>
            <a:ext cx="402336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139903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grass cutting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164592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human effort in garden maintenance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00600" y="2020824"/>
            <a:ext cx="402336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92040" y="20482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229514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and navigate around obstacles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2670048"/>
            <a:ext cx="402336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26974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92040" y="294436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monitoring and control via IoT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800600" y="3319272"/>
            <a:ext cx="402336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33467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head height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92040" y="359359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blade for different grass types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800600" y="3968496"/>
            <a:ext cx="402336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92040" y="39959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892040" y="424281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components, high impact project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3200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" y="841248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4592" y="841248"/>
            <a:ext cx="64008" cy="9144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96312" y="905256"/>
            <a:ext cx="438912" cy="256032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96312" y="90525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1752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 — Brain of robot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54680" y="841248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841248"/>
            <a:ext cx="64008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0" y="905256"/>
            <a:ext cx="438912" cy="256032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90525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91840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Motor Driver Shield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0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4 DC motors direction &amp; speed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44768" y="841248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44768" y="841248"/>
            <a:ext cx="6400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76488" y="905256"/>
            <a:ext cx="438912" cy="256032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76488" y="90525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81928" y="932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DC Gear Motor 12V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81928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4-wheel drive movement (200 RPM)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64592" y="1865376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64592" y="1865376"/>
            <a:ext cx="64008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1929384"/>
            <a:ext cx="438912" cy="256032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96312" y="192938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1752" y="1956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Brushless DC Motor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01752" y="23225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grass cutting blade motor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154680" y="1865376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154680" y="1865376"/>
            <a:ext cx="64008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1929384"/>
            <a:ext cx="438912" cy="256032"/>
          </a:xfrm>
          <a:prstGeom prst="rect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0" y="192938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91840" y="1956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HC-SR04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291840" y="23225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 (TRIG→A0, ECHO→A1)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44768" y="1865376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144768" y="1865376"/>
            <a:ext cx="64008" cy="9144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76488" y="1929384"/>
            <a:ext cx="438912" cy="256032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76488" y="192938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81928" y="1956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 Motor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81928" y="23225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pan motion — left/right scanning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64592" y="2889504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164592" y="2889504"/>
            <a:ext cx="64008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96312" y="2953512"/>
            <a:ext cx="438912" cy="256032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496312" y="295351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301752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+ Servo Tester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01752" y="3346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BLDC motor speed &amp; on/off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154680" y="2889504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154680" y="2889504"/>
            <a:ext cx="6400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953512"/>
            <a:ext cx="438912" cy="256032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0" y="295351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29184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(11.1V)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3291840" y="3346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power supply for entire robot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144768" y="2889504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144768" y="2889504"/>
            <a:ext cx="64008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76488" y="2953512"/>
            <a:ext cx="438912" cy="256032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76488" y="295351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4+1x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281928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Wheels (Large + Medium)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281928" y="33467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and movement on grass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64592" y="3913632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164592" y="3913632"/>
            <a:ext cx="64008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496312" y="3977640"/>
            <a:ext cx="438912" cy="256032"/>
          </a:xfrm>
          <a:prstGeom prst="rect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496312" y="39776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01752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Frame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301752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body/chassis construction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154680" y="3913632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3154680" y="3913632"/>
            <a:ext cx="64008" cy="9144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486400" y="3977640"/>
            <a:ext cx="438912" cy="256032"/>
          </a:xfrm>
          <a:prstGeom prst="rect">
            <a:avLst/>
          </a:prstGeom>
          <a:solidFill>
            <a:srgbClr val="B0BEC5">
              <a:alpha val="80000"/>
            </a:srgbClr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486400" y="39776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91840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Wires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3291840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circuit connections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6144768" y="3913632"/>
            <a:ext cx="2834640" cy="91440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6144768" y="3913632"/>
            <a:ext cx="64008" cy="9144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476488" y="3977640"/>
            <a:ext cx="438912" cy="256032"/>
          </a:xfrm>
          <a:prstGeom prst="rect">
            <a:avLst/>
          </a:prstGeom>
          <a:solidFill>
            <a:srgbClr val="FF4444">
              <a:alpha val="8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476488" y="39776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6281928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Cutting Blade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6281928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BLDC motor for grass cutting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DIAGRAM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34747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" y="3840480"/>
            <a:ext cx="1463040" cy="822960"/>
          </a:xfrm>
          <a:prstGeom prst="rect">
            <a:avLst/>
          </a:prstGeom>
          <a:solidFill>
            <a:srgbClr val="1A2744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3840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BATTERY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LiPo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14000mAh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00400" y="2011680"/>
            <a:ext cx="2743200" cy="1645920"/>
          </a:xfrm>
          <a:prstGeom prst="rect">
            <a:avLst/>
          </a:prstGeom>
          <a:solidFill>
            <a:srgbClr val="001A00"/>
          </a:solidFill>
          <a:ln w="31750">
            <a:solidFill>
              <a:srgbClr val="00E67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solidFill>
            <a:srgbClr val="00E676">
              <a:alpha val="9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ARDUINO UNO R3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0" y="24231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D1-D4: Motor Control
</a:t>
            </a:r>
            <a:r>
              <a:rPr lang="en-US" sz="8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D10: Servo Motor (PWM)
</a:t>
            </a: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(TRIG) / A1 (ECHO): Ultrasonic
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Regulator onboard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0" y="841248"/>
            <a:ext cx="2743200" cy="1051560"/>
          </a:xfrm>
          <a:prstGeom prst="rect">
            <a:avLst/>
          </a:prstGeom>
          <a:solidFill>
            <a:srgbClr val="001A1F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841248"/>
            <a:ext cx="2743200" cy="320040"/>
          </a:xfrm>
          <a:prstGeom prst="rect">
            <a:avLst/>
          </a:prstGeom>
          <a:solidFill>
            <a:srgbClr val="00BCD4">
              <a:alpha val="9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MOTOR DRIVER SHIELD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M2 M3 M4 → 4 DC Motors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Port D9/D10 → SG90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Arduino UNO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0" y="2011680"/>
            <a:ext cx="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7830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91440" y="1645920"/>
            <a:ext cx="1645920" cy="1371600"/>
          </a:xfrm>
          <a:prstGeom prst="rect">
            <a:avLst/>
          </a:prstGeom>
          <a:solidFill>
            <a:srgbClr val="1A0D0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" y="1645920"/>
            <a:ext cx="1645920" cy="32004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GEAR MOTORS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37160" y="1993392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Johnson 12V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RPM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M1, M2, M3, M4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(4-Wheel Drive)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737360" y="2331720"/>
            <a:ext cx="14630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20240" y="2148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M1-M4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1440" y="841248"/>
            <a:ext cx="1645920" cy="731520"/>
          </a:xfrm>
          <a:prstGeom prst="rect">
            <a:avLst/>
          </a:prstGeom>
          <a:solidFill>
            <a:srgbClr val="0D0D1F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" y="841248"/>
            <a:ext cx="1645920" cy="274320"/>
          </a:xfrm>
          <a:prstGeom prst="rect">
            <a:avLst/>
          </a:prstGeom>
          <a:solidFill>
            <a:srgbClr val="7C4DFF">
              <a:alpha val="8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" y="841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37160" y="113385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→ A0 (Arduino)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→ A1 (Arduino)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VCC=5V, GND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737360" y="1207008"/>
            <a:ext cx="1463040" cy="804672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20240" y="1417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A0/A1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7406640" y="841248"/>
            <a:ext cx="1600200" cy="777240"/>
          </a:xfrm>
          <a:prstGeom prst="rect">
            <a:avLst/>
          </a:prstGeom>
          <a:solidFill>
            <a:srgbClr val="0D1A0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06640" y="841248"/>
            <a:ext cx="1600200" cy="292608"/>
          </a:xfrm>
          <a:prstGeom prst="rect">
            <a:avLst/>
          </a:prstGeom>
          <a:solidFill>
            <a:srgbClr val="FFD700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06640" y="8412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452360" y="1161288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→ D10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pan motion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rotation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406640" y="1234440"/>
            <a:ext cx="0" cy="0"/>
          </a:xfrm>
          <a:prstGeom prst="line">
            <a:avLst/>
          </a:prstGeom>
          <a:noFill/>
          <a:ln w="19050">
            <a:solidFill>
              <a:srgbClr val="FFD7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0" y="105156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7406640" y="1828800"/>
            <a:ext cx="1600200" cy="1371600"/>
          </a:xfrm>
          <a:prstGeom prst="rect">
            <a:avLst/>
          </a:prstGeom>
          <a:solidFill>
            <a:srgbClr val="1A1A0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06640" y="1828800"/>
            <a:ext cx="1600200" cy="320040"/>
          </a:xfrm>
          <a:prstGeom prst="rect">
            <a:avLst/>
          </a:prstGeom>
          <a:solidFill>
            <a:srgbClr val="00E676">
              <a:alpha val="8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06640" y="1828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MOTOR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452360" y="2176272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100KV Motor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 Module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Servo Tester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11.1V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Blades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126480" y="3291840"/>
            <a:ext cx="1097280" cy="50292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2648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ESC/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Tester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1600200" y="4251960"/>
            <a:ext cx="16002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600200" y="4251960"/>
            <a:ext cx="475488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286000" y="4114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Power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7406640" y="3547872"/>
            <a:ext cx="0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CONNECTION TABLE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36576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57326"/>
              </p:ext>
            </p:extLst>
          </p:nvPr>
        </p:nvGraphicFramePr>
        <p:xfrm>
          <a:off x="137160" y="822960"/>
          <a:ext cx="8869680" cy="395020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Pin/Port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Connection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Shield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Shield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on top of UNO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motor direction &amp; speed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 1 (FL)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Port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Shield M1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Front-Left wheel drive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 2 (FR)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Port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Shield M2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Front-Right wheel drive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 3 (RL)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Port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Shield M3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Rear-Left wheel drive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 4 (RR)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Port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L293D Shield M4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Rear-Right wheel drive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TRIG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 Pin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A0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ultrasonic pulse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ECHO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ECHO Pin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A1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reflected pulse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Servo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Signal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D10 (PWM)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pan for obstacle scan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BLDC Motor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3-wire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→ Servo Tester → Battery 11.1V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cutting blade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11.1V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/ GND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EXT_PWR on Shield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full robot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Module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Wire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Servo Tester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control of BLDC</a:t>
                      </a:r>
                      <a:endParaRPr lang="en-US" sz="9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27432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" y="822960"/>
            <a:ext cx="1645920" cy="4023360"/>
          </a:xfrm>
          <a:prstGeom prst="rect">
            <a:avLst/>
          </a:prstGeom>
          <a:solidFill>
            <a:srgbClr val="141E2E"/>
          </a:solidFill>
          <a:ln w="254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7160" y="822960"/>
            <a:ext cx="1645920" cy="502920"/>
          </a:xfrm>
          <a:prstGeom prst="rect">
            <a:avLst/>
          </a:prstGeom>
          <a:solidFill>
            <a:srgbClr val="00E676">
              <a:alpha val="9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2860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196596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LiPo battery powers Arduino UNO &amp; all components through the L293D shield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83080" y="2834640"/>
            <a:ext cx="13716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20240" y="822960"/>
            <a:ext cx="1645920" cy="4023360"/>
          </a:xfrm>
          <a:prstGeom prst="rect">
            <a:avLst/>
          </a:prstGeom>
          <a:solidFill>
            <a:srgbClr val="141E2E"/>
          </a:solidFill>
          <a:ln w="25400">
            <a:solidFill>
              <a:srgbClr val="00BC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20240" y="822960"/>
            <a:ext cx="1645920" cy="502920"/>
          </a:xfrm>
          <a:prstGeom prst="rect">
            <a:avLst/>
          </a:prstGeom>
          <a:solidFill>
            <a:srgbClr val="00BCD4">
              <a:alpha val="9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1168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11680" y="196596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starts, sets up motor pins D1-D4, servo on D10, ultrasonic on A0/A1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566160" y="2834640"/>
            <a:ext cx="13716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03320" y="822960"/>
            <a:ext cx="1645920" cy="4023360"/>
          </a:xfrm>
          <a:prstGeom prst="rect">
            <a:avLst/>
          </a:prstGeom>
          <a:solidFill>
            <a:srgbClr val="141E2E"/>
          </a:solidFill>
          <a:ln w="2540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03320" y="822960"/>
            <a:ext cx="1645920" cy="502920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0332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947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Moving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94760" y="196596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DC motors (200 RPM) drive the 4 wheels forward. BLDC motor spins blades at high speed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49240" y="2834640"/>
            <a:ext cx="13716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0" y="822960"/>
            <a:ext cx="1645920" cy="4023360"/>
          </a:xfrm>
          <a:prstGeom prst="rect">
            <a:avLst/>
          </a:prstGeom>
          <a:solidFill>
            <a:srgbClr val="141E2E"/>
          </a:solidFill>
          <a:ln w="25400">
            <a:solidFill>
              <a:srgbClr val="FFD7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0" y="822960"/>
            <a:ext cx="1645920" cy="502920"/>
          </a:xfrm>
          <a:prstGeom prst="rect">
            <a:avLst/>
          </a:prstGeom>
          <a:solidFill>
            <a:srgbClr val="FFD700">
              <a:alpha val="9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5778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77840" y="196596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fires pulse every loop. If object &lt; 20cm, robot stops and servo scans left/right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132320" y="2834640"/>
            <a:ext cx="137160" cy="0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69480" y="822960"/>
            <a:ext cx="1645920" cy="4023360"/>
          </a:xfrm>
          <a:prstGeom prst="rect">
            <a:avLst/>
          </a:prstGeom>
          <a:solidFill>
            <a:srgbClr val="141E2E"/>
          </a:solidFill>
          <a:ln w="25400">
            <a:solidFill>
              <a:srgbClr val="7C4D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69480" y="822960"/>
            <a:ext cx="1645920" cy="502920"/>
          </a:xfrm>
          <a:prstGeom prst="rect">
            <a:avLst/>
          </a:prstGeom>
          <a:solidFill>
            <a:srgbClr val="7C4DFF">
              <a:alpha val="9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6948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3609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Change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360920" y="196596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scan result, Arduino commands motors to turn left/right. Robot continues cutting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37160" y="4663440"/>
            <a:ext cx="8869680" cy="3657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Loop repeats continuously — robot auto-navigates and cuts grass until battery is depleted or manually stopped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CODE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384048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" y="804672"/>
            <a:ext cx="4114800" cy="4160520"/>
          </a:xfrm>
          <a:prstGeom prst="rect">
            <a:avLst/>
          </a:prstGeom>
          <a:solidFill>
            <a:srgbClr val="060E0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" y="804672"/>
            <a:ext cx="4114800" cy="347472"/>
          </a:xfrm>
          <a:prstGeom prst="rect">
            <a:avLst/>
          </a:prstGeom>
          <a:solidFill>
            <a:srgbClr val="00E676">
              <a:alpha val="9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LIBRARIES &amp; SETUP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1188720"/>
            <a:ext cx="3977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&lt;AFMotor.h&gt;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&lt;NewPing.h&gt;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&lt;Servo.h&gt;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TRIG A0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ECHO A1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MAX_DIST 200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AF_DCMotor motor1(1);  // Front-Left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AF_DCMotor motor2(2);  // Front-Right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AF_DCMotor motor3(3);  // Rear-Left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AF_DCMotor motor4(4);  // Rear-Right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NewPing sonar(TRIG, ECHO, MAX_DIST);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myservo;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myservo.attach(10); // SG90 on D10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myservo.write(90);  // Center position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motor1.setSpeed(150);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motor2.setSpeed(150);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motor3.setSpeed(150);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motor4.setSpeed(150);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4572000" y="804672"/>
            <a:ext cx="4434840" cy="4160520"/>
          </a:xfrm>
          <a:prstGeom prst="rect">
            <a:avLst/>
          </a:prstGeom>
          <a:solidFill>
            <a:srgbClr val="060E06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804672"/>
            <a:ext cx="4434840" cy="347472"/>
          </a:xfrm>
          <a:prstGeom prst="rect">
            <a:avLst/>
          </a:prstGeom>
          <a:solidFill>
            <a:srgbClr val="00BCD4">
              <a:alpha val="9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8046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 LOOP LOGIC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40580" y="1229868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dist = sonar.ping_cm();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(dist &gt; 20 || dist == 0)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Move Forward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motor1.run(FORWARD);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motor2.run(FORWARD);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motor3.run(FORWARD);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motor4.run(FORWARD);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Stop all motors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motor1.run(RELEASE);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motor2.run(RELEASE);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motor3.run(RELEASE);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motor4.run(RELEASE);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delay(500);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Scan with servo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myservo.write(30);  // Look Right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delay(500);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distR = sonar.ping_cm();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myservo.write(150); // Look Left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delay(500);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distL = sonar.ping_cm();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(distR &gt; distL) {  // Turn Right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motor1.run(FORWARD);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motor2.run(BACKWARD);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             // Turn Left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motor1.run(BACKWARD);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motor2.run(FORWARD);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delay(400);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COMPONENT?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36576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" y="82296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" y="822960"/>
            <a:ext cx="54864" cy="9601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8961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18872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open-source microcontroller. Easy to program via Arduino IDE. Has enough digital/analog pins for all components. 5V onboard regulator.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822960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8961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Motor Driver Shield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118872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4 DC motors simultaneously using H-bridge. Directly stacks on Arduino. Supports forward/backward direction using AFMotor library.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37160" y="187452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7160" y="1874520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19476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RPM Johnson DC Motor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224028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geared motor provides torque for movement on grass/uneven terrain. 200 RPM is ideal for stable, controllable movement.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187452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874520"/>
            <a:ext cx="54864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19476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Brushless DC Motor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224028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rotation speed needed to cut grass. Brushless = longer life, less heat, more efficient. Perfect for cutting blade.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37160" y="292608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7160" y="2926080"/>
            <a:ext cx="54864" cy="9601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29992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HC-SR04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29184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obstacle detection up to 4m. Uses sound waves. Connected to A0/A1 for real-time distance measurement via NewPing library.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663440" y="292608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2926080"/>
            <a:ext cx="54864" cy="9601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9992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 Motor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00600" y="329184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lightweight servo for scanning the ultrasonic sensor left and right. Controlled by D10 PWM pin. 180° rotation range.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37160" y="397764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37160" y="3977640"/>
            <a:ext cx="54864" cy="9601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0507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+ Servo Tester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74320" y="43434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Speed Controller regulates BLDC motor power. Servo Tester manually controls speed. Runs directly on 11.1V battery.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63440" y="3977640"/>
            <a:ext cx="4297680" cy="96012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63440" y="3977640"/>
            <a:ext cx="54864" cy="960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0600" y="40507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LiPo Battery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800600" y="434340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Polymer batteries are lightweight and provide high current. 14000 mAh = long runtime. Powers both logic (via 5V reg) and motors.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77240" y="667512"/>
            <a:ext cx="2286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" y="868680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978408"/>
            <a:ext cx="384048" cy="384048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32320" y="978408"/>
            <a:ext cx="1737360" cy="256032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9784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Reference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8368" y="9418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Projects — Automatic Grass Cutter Robot Kit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12161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https://harishprojects.com/products/automatic-grass-cutter-robot-for-garden-science-project-kit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7160" y="1545336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" y="1655064"/>
            <a:ext cx="384048" cy="384048"/>
          </a:xfrm>
          <a:prstGeom prst="ellipse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1655064"/>
            <a:ext cx="1737360" cy="256032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16550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Reference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8368" y="16184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Automatic Grass Cutter Robot Build Tutorial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" y="18928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https://www.youtube.com/watch?v=O6o59ZgZq6I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37160" y="2221992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" y="2331720"/>
            <a:ext cx="384048" cy="384048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32320" y="2331720"/>
            <a:ext cx="1737360" cy="256032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Guide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" y="22951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How2Electronics — Automatic Grass Cutting Robot using Arduino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" y="25694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https://how2electronics.com/make-an-automatic-grass-cutting-robot-using-arduino/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37160" y="2898648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2880" y="3008376"/>
            <a:ext cx="384048" cy="384048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288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32320" y="3008376"/>
            <a:ext cx="1737360" cy="256032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0" y="30083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Library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8368" y="2971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AFMotor Library — Adafruit Motor Shield Library (GitHub)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8368" y="32461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https://github.com/adafruit/Adafruit-Motor-Shield-library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37160" y="3575304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82880" y="3685032"/>
            <a:ext cx="384048" cy="384048"/>
          </a:xfrm>
          <a:prstGeom prst="ellipse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828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132320" y="3685032"/>
            <a:ext cx="1737360" cy="256032"/>
          </a:xfrm>
          <a:prstGeom prst="rect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0" y="3685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Library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58368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NewPing Library — Ultrasonic Sensor Library (GitHub)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8368" y="39227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https://github.com/microflo/NewPing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37160" y="4251960"/>
            <a:ext cx="8869680" cy="594360"/>
          </a:xfrm>
          <a:prstGeom prst="rect">
            <a:avLst/>
          </a:prstGeom>
          <a:solidFill>
            <a:srgbClr val="141E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82880" y="4361688"/>
            <a:ext cx="384048" cy="384048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8288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32320" y="4361688"/>
            <a:ext cx="1737360" cy="256032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32320" y="43616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Reference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58368" y="43251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Official Documentation — arduino.cc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58368" y="45994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https://www.arduino.cc/reference/en/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E676">
              <a:alpha val="8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6400800" cy="6400800"/>
          </a:xfrm>
          <a:prstGeom prst="ellipse">
            <a:avLst/>
          </a:prstGeom>
          <a:solidFill>
            <a:srgbClr val="00BCD4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8288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Head Grass Cutter Weed Trimmer Robot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286000" y="3584448"/>
            <a:ext cx="4572000" cy="3657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2nd Year  |  4th Semester  |  IoT &amp; Its Applications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APEEJAY STYA UNIVERSITY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457200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4572000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457200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4572000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6320" y="457200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00" y="4572000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457200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1477</Words>
  <Application>Microsoft Office PowerPoint</Application>
  <PresentationFormat>On-screen Show (16:9)</PresentationFormat>
  <Paragraphs>317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Head Grass Cutter Weed Trimmer Robot</dc:title>
  <dc:subject>PptxGenJS Presentation</dc:subject>
  <dc:creator>PptxGenJS</dc:creator>
  <cp:lastModifiedBy>Shubham Kumar</cp:lastModifiedBy>
  <cp:revision>13</cp:revision>
  <dcterms:created xsi:type="dcterms:W3CDTF">2026-04-14T12:46:21Z</dcterms:created>
  <dcterms:modified xsi:type="dcterms:W3CDTF">2026-05-06T05:11:59Z</dcterms:modified>
</cp:coreProperties>
</file>